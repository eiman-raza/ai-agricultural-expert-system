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iman Raza" initials="ER" lastIdx="1" clrIdx="0">
    <p:extLst>
      <p:ext uri="{19B8F6BF-5375-455C-9EA6-DF929625EA0E}">
        <p15:presenceInfo xmlns:p15="http://schemas.microsoft.com/office/powerpoint/2012/main" userId="59d249ec72f9efb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C390AB-4E4C-4D9A-B58F-433B074A2285}" type="doc">
      <dgm:prSet loTypeId="urn:microsoft.com/office/officeart/2005/8/layout/vList3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07B5480-132D-4DA3-A4F2-BD299B60CFDB}">
      <dgm:prSet/>
      <dgm:spPr/>
      <dgm:t>
        <a:bodyPr/>
        <a:lstStyle/>
        <a:p>
          <a:r>
            <a:rPr lang="en-GB" dirty="0"/>
            <a:t>Clear and logical knowledge representation</a:t>
          </a:r>
          <a:endParaRPr lang="en-US" dirty="0"/>
        </a:p>
      </dgm:t>
    </dgm:pt>
    <dgm:pt modelId="{928F89CD-DF7F-41E3-A4BA-37BFC35A5FC8}" type="parTrans" cxnId="{7836C026-515B-4FA7-A2DC-3557887DB4C1}">
      <dgm:prSet/>
      <dgm:spPr/>
      <dgm:t>
        <a:bodyPr/>
        <a:lstStyle/>
        <a:p>
          <a:endParaRPr lang="en-US"/>
        </a:p>
      </dgm:t>
    </dgm:pt>
    <dgm:pt modelId="{460D691D-4D51-4735-9C12-ECFF4AFD0926}" type="sibTrans" cxnId="{7836C026-515B-4FA7-A2DC-3557887DB4C1}">
      <dgm:prSet/>
      <dgm:spPr/>
      <dgm:t>
        <a:bodyPr/>
        <a:lstStyle/>
        <a:p>
          <a:endParaRPr lang="en-US"/>
        </a:p>
      </dgm:t>
    </dgm:pt>
    <dgm:pt modelId="{A611DF87-D8E8-45AD-B1C7-2CC7986EF29E}">
      <dgm:prSet/>
      <dgm:spPr/>
      <dgm:t>
        <a:bodyPr/>
        <a:lstStyle/>
        <a:p>
          <a:r>
            <a:rPr lang="en-GB"/>
            <a:t>Handles complex relationships</a:t>
          </a:r>
          <a:endParaRPr lang="en-US"/>
        </a:p>
      </dgm:t>
    </dgm:pt>
    <dgm:pt modelId="{FD220F0B-6079-4AA3-B1F9-5E83D468FF3E}" type="parTrans" cxnId="{AAC0D74C-3F87-4E04-A680-12593E027A3F}">
      <dgm:prSet/>
      <dgm:spPr/>
      <dgm:t>
        <a:bodyPr/>
        <a:lstStyle/>
        <a:p>
          <a:endParaRPr lang="en-US"/>
        </a:p>
      </dgm:t>
    </dgm:pt>
    <dgm:pt modelId="{9672D11C-2FF9-45E3-8105-65189E2135F4}" type="sibTrans" cxnId="{AAC0D74C-3F87-4E04-A680-12593E027A3F}">
      <dgm:prSet/>
      <dgm:spPr/>
      <dgm:t>
        <a:bodyPr/>
        <a:lstStyle/>
        <a:p>
          <a:endParaRPr lang="en-US"/>
        </a:p>
      </dgm:t>
    </dgm:pt>
    <dgm:pt modelId="{EE720550-A1C8-4188-9D97-E0B30890512D}">
      <dgm:prSet/>
      <dgm:spPr/>
      <dgm:t>
        <a:bodyPr/>
        <a:lstStyle/>
        <a:p>
          <a:r>
            <a:rPr lang="en-GB" dirty="0"/>
            <a:t>Strong reasoning and decision-making</a:t>
          </a:r>
          <a:endParaRPr lang="en-US" dirty="0"/>
        </a:p>
      </dgm:t>
    </dgm:pt>
    <dgm:pt modelId="{40CC9C77-AF72-462E-A6FA-D1117D419FC5}" type="parTrans" cxnId="{435F14AC-D86C-47C4-BDD0-BF9BA96106CA}">
      <dgm:prSet/>
      <dgm:spPr/>
      <dgm:t>
        <a:bodyPr/>
        <a:lstStyle/>
        <a:p>
          <a:endParaRPr lang="en-US"/>
        </a:p>
      </dgm:t>
    </dgm:pt>
    <dgm:pt modelId="{2F979CDF-B367-44C2-B53F-8F78958E6C11}" type="sibTrans" cxnId="{435F14AC-D86C-47C4-BDD0-BF9BA96106CA}">
      <dgm:prSet/>
      <dgm:spPr/>
      <dgm:t>
        <a:bodyPr/>
        <a:lstStyle/>
        <a:p>
          <a:endParaRPr lang="en-US"/>
        </a:p>
      </dgm:t>
    </dgm:pt>
    <dgm:pt modelId="{5550F2D8-8C13-4D00-AC87-2DC5B5F6762C}">
      <dgm:prSet/>
      <dgm:spPr/>
      <dgm:t>
        <a:bodyPr/>
        <a:lstStyle/>
        <a:p>
          <a:r>
            <a:rPr lang="en-GB"/>
            <a:t>More expressive than simple true/false logic</a:t>
          </a:r>
          <a:endParaRPr lang="en-US"/>
        </a:p>
      </dgm:t>
    </dgm:pt>
    <dgm:pt modelId="{7D2DB2CC-F6B1-401F-B1DE-96442AF2B4BE}" type="parTrans" cxnId="{ADE8F5D1-1F40-432F-B107-8AB18D5AD39E}">
      <dgm:prSet/>
      <dgm:spPr/>
      <dgm:t>
        <a:bodyPr/>
        <a:lstStyle/>
        <a:p>
          <a:endParaRPr lang="en-US"/>
        </a:p>
      </dgm:t>
    </dgm:pt>
    <dgm:pt modelId="{BE105A01-B637-4A70-9C26-DEC511F8C5D4}" type="sibTrans" cxnId="{ADE8F5D1-1F40-432F-B107-8AB18D5AD39E}">
      <dgm:prSet/>
      <dgm:spPr/>
      <dgm:t>
        <a:bodyPr/>
        <a:lstStyle/>
        <a:p>
          <a:endParaRPr lang="en-US"/>
        </a:p>
      </dgm:t>
    </dgm:pt>
    <dgm:pt modelId="{A92B7476-7AF1-4CBC-91AA-4767EF514BBA}">
      <dgm:prSet/>
      <dgm:spPr/>
      <dgm:t>
        <a:bodyPr/>
        <a:lstStyle/>
        <a:p>
          <a:r>
            <a:rPr lang="en-GB" dirty="0"/>
            <a:t>Reusable rules and knowledge</a:t>
          </a:r>
          <a:endParaRPr lang="en-US" dirty="0"/>
        </a:p>
      </dgm:t>
    </dgm:pt>
    <dgm:pt modelId="{8D5B16C1-C193-4161-B286-3D89A37828CA}" type="parTrans" cxnId="{2BFC71BB-46C9-4E24-8E94-ABAAF53237E4}">
      <dgm:prSet/>
      <dgm:spPr/>
      <dgm:t>
        <a:bodyPr/>
        <a:lstStyle/>
        <a:p>
          <a:endParaRPr lang="en-US"/>
        </a:p>
      </dgm:t>
    </dgm:pt>
    <dgm:pt modelId="{EF248671-1669-430D-837A-63C20462E640}" type="sibTrans" cxnId="{2BFC71BB-46C9-4E24-8E94-ABAAF53237E4}">
      <dgm:prSet/>
      <dgm:spPr/>
      <dgm:t>
        <a:bodyPr/>
        <a:lstStyle/>
        <a:p>
          <a:endParaRPr lang="en-US"/>
        </a:p>
      </dgm:t>
    </dgm:pt>
    <dgm:pt modelId="{8691A54F-0445-449D-A28E-6057F012F237}" type="pres">
      <dgm:prSet presAssocID="{92C390AB-4E4C-4D9A-B58F-433B074A2285}" presName="linearFlow" presStyleCnt="0">
        <dgm:presLayoutVars>
          <dgm:dir/>
          <dgm:resizeHandles val="exact"/>
        </dgm:presLayoutVars>
      </dgm:prSet>
      <dgm:spPr/>
    </dgm:pt>
    <dgm:pt modelId="{09A36F6D-2410-4F3E-8426-2303A5611AFD}" type="pres">
      <dgm:prSet presAssocID="{D07B5480-132D-4DA3-A4F2-BD299B60CFDB}" presName="composite" presStyleCnt="0"/>
      <dgm:spPr/>
    </dgm:pt>
    <dgm:pt modelId="{C7AC3B06-9F06-47CB-A057-675D9584F8D9}" type="pres">
      <dgm:prSet presAssocID="{D07B5480-132D-4DA3-A4F2-BD299B60CFDB}" presName="imgShp" presStyleLbl="fgImgPlace1" presStyleIdx="0" presStyleCnt="5"/>
      <dgm:spPr>
        <a:solidFill>
          <a:schemeClr val="accent2">
            <a:lumMod val="75000"/>
          </a:schemeClr>
        </a:solidFill>
      </dgm:spPr>
    </dgm:pt>
    <dgm:pt modelId="{9EDCCAA3-573F-4237-B17E-F8EA61632859}" type="pres">
      <dgm:prSet presAssocID="{D07B5480-132D-4DA3-A4F2-BD299B60CFDB}" presName="txShp" presStyleLbl="node1" presStyleIdx="0" presStyleCnt="5">
        <dgm:presLayoutVars>
          <dgm:bulletEnabled val="1"/>
        </dgm:presLayoutVars>
      </dgm:prSet>
      <dgm:spPr/>
    </dgm:pt>
    <dgm:pt modelId="{68FFCBE6-EC9D-4A97-88CA-9EF380F2F2EA}" type="pres">
      <dgm:prSet presAssocID="{460D691D-4D51-4735-9C12-ECFF4AFD0926}" presName="spacing" presStyleCnt="0"/>
      <dgm:spPr/>
    </dgm:pt>
    <dgm:pt modelId="{654B0AB3-C6D8-4937-8C8D-7EA9D130860A}" type="pres">
      <dgm:prSet presAssocID="{A611DF87-D8E8-45AD-B1C7-2CC7986EF29E}" presName="composite" presStyleCnt="0"/>
      <dgm:spPr/>
    </dgm:pt>
    <dgm:pt modelId="{E519EE8B-AB4F-4B32-857E-479CB055056B}" type="pres">
      <dgm:prSet presAssocID="{A611DF87-D8E8-45AD-B1C7-2CC7986EF29E}" presName="imgShp" presStyleLbl="fgImgPlace1" presStyleIdx="1" presStyleCnt="5"/>
      <dgm:spPr>
        <a:solidFill>
          <a:schemeClr val="accent2">
            <a:lumMod val="75000"/>
          </a:schemeClr>
        </a:solidFill>
      </dgm:spPr>
    </dgm:pt>
    <dgm:pt modelId="{F551801B-79F9-4C83-A6CD-474DFC684BF1}" type="pres">
      <dgm:prSet presAssocID="{A611DF87-D8E8-45AD-B1C7-2CC7986EF29E}" presName="txShp" presStyleLbl="node1" presStyleIdx="1" presStyleCnt="5">
        <dgm:presLayoutVars>
          <dgm:bulletEnabled val="1"/>
        </dgm:presLayoutVars>
      </dgm:prSet>
      <dgm:spPr/>
    </dgm:pt>
    <dgm:pt modelId="{B7C94EAB-AF60-4CF6-96C0-2BDF7C1FEA8D}" type="pres">
      <dgm:prSet presAssocID="{9672D11C-2FF9-45E3-8105-65189E2135F4}" presName="spacing" presStyleCnt="0"/>
      <dgm:spPr/>
    </dgm:pt>
    <dgm:pt modelId="{C036106F-3C0E-41B2-B931-7E1C092913D8}" type="pres">
      <dgm:prSet presAssocID="{EE720550-A1C8-4188-9D97-E0B30890512D}" presName="composite" presStyleCnt="0"/>
      <dgm:spPr/>
    </dgm:pt>
    <dgm:pt modelId="{B06D9CAE-A8DF-4026-8520-06E8926844D4}" type="pres">
      <dgm:prSet presAssocID="{EE720550-A1C8-4188-9D97-E0B30890512D}" presName="imgShp" presStyleLbl="fgImgPlace1" presStyleIdx="2" presStyleCnt="5"/>
      <dgm:spPr>
        <a:solidFill>
          <a:schemeClr val="accent2">
            <a:lumMod val="75000"/>
          </a:schemeClr>
        </a:solidFill>
      </dgm:spPr>
    </dgm:pt>
    <dgm:pt modelId="{2396EECA-7BF1-42D4-BF92-017025B87BC3}" type="pres">
      <dgm:prSet presAssocID="{EE720550-A1C8-4188-9D97-E0B30890512D}" presName="txShp" presStyleLbl="node1" presStyleIdx="2" presStyleCnt="5">
        <dgm:presLayoutVars>
          <dgm:bulletEnabled val="1"/>
        </dgm:presLayoutVars>
      </dgm:prSet>
      <dgm:spPr/>
    </dgm:pt>
    <dgm:pt modelId="{4E045565-6EF7-411D-AED9-594B7CB88FF9}" type="pres">
      <dgm:prSet presAssocID="{2F979CDF-B367-44C2-B53F-8F78958E6C11}" presName="spacing" presStyleCnt="0"/>
      <dgm:spPr/>
    </dgm:pt>
    <dgm:pt modelId="{81DC3030-FC5D-45E6-8E92-5FE51B516B43}" type="pres">
      <dgm:prSet presAssocID="{5550F2D8-8C13-4D00-AC87-2DC5B5F6762C}" presName="composite" presStyleCnt="0"/>
      <dgm:spPr/>
    </dgm:pt>
    <dgm:pt modelId="{4246D96F-A346-4151-BB1C-1824FA6947B5}" type="pres">
      <dgm:prSet presAssocID="{5550F2D8-8C13-4D00-AC87-2DC5B5F6762C}" presName="imgShp" presStyleLbl="fgImgPlace1" presStyleIdx="3" presStyleCnt="5"/>
      <dgm:spPr>
        <a:solidFill>
          <a:schemeClr val="accent2">
            <a:lumMod val="75000"/>
          </a:schemeClr>
        </a:solidFill>
      </dgm:spPr>
    </dgm:pt>
    <dgm:pt modelId="{F1214189-5E71-42F6-B426-73727A4633C9}" type="pres">
      <dgm:prSet presAssocID="{5550F2D8-8C13-4D00-AC87-2DC5B5F6762C}" presName="txShp" presStyleLbl="node1" presStyleIdx="3" presStyleCnt="5">
        <dgm:presLayoutVars>
          <dgm:bulletEnabled val="1"/>
        </dgm:presLayoutVars>
      </dgm:prSet>
      <dgm:spPr/>
    </dgm:pt>
    <dgm:pt modelId="{C40861F1-4BD6-433D-BA50-23C407AC1575}" type="pres">
      <dgm:prSet presAssocID="{BE105A01-B637-4A70-9C26-DEC511F8C5D4}" presName="spacing" presStyleCnt="0"/>
      <dgm:spPr/>
    </dgm:pt>
    <dgm:pt modelId="{8D358AF5-8547-4518-9FB7-345BEB1EE379}" type="pres">
      <dgm:prSet presAssocID="{A92B7476-7AF1-4CBC-91AA-4767EF514BBA}" presName="composite" presStyleCnt="0"/>
      <dgm:spPr/>
    </dgm:pt>
    <dgm:pt modelId="{4B539135-FB10-4323-A668-7807818C3753}" type="pres">
      <dgm:prSet presAssocID="{A92B7476-7AF1-4CBC-91AA-4767EF514BBA}" presName="imgShp" presStyleLbl="fgImgPlace1" presStyleIdx="4" presStyleCnt="5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solidFill>
          <a:schemeClr val="accent2">
            <a:lumMod val="75000"/>
          </a:schemeClr>
        </a:solidFill>
      </dgm:spPr>
    </dgm:pt>
    <dgm:pt modelId="{F15572C0-26CB-4459-9D1C-0545D3098604}" type="pres">
      <dgm:prSet presAssocID="{A92B7476-7AF1-4CBC-91AA-4767EF514BBA}" presName="txShp" presStyleLbl="node1" presStyleIdx="4" presStyleCnt="5">
        <dgm:presLayoutVars>
          <dgm:bulletEnabled val="1"/>
        </dgm:presLayoutVars>
      </dgm:prSet>
      <dgm:spPr/>
    </dgm:pt>
  </dgm:ptLst>
  <dgm:cxnLst>
    <dgm:cxn modelId="{7836C026-515B-4FA7-A2DC-3557887DB4C1}" srcId="{92C390AB-4E4C-4D9A-B58F-433B074A2285}" destId="{D07B5480-132D-4DA3-A4F2-BD299B60CFDB}" srcOrd="0" destOrd="0" parTransId="{928F89CD-DF7F-41E3-A4BA-37BFC35A5FC8}" sibTransId="{460D691D-4D51-4735-9C12-ECFF4AFD0926}"/>
    <dgm:cxn modelId="{7010EB2B-D9D5-4CDA-9496-AF6507104AE7}" type="presOf" srcId="{A92B7476-7AF1-4CBC-91AA-4767EF514BBA}" destId="{F15572C0-26CB-4459-9D1C-0545D3098604}" srcOrd="0" destOrd="0" presId="urn:microsoft.com/office/officeart/2005/8/layout/vList3"/>
    <dgm:cxn modelId="{FC85AB32-032A-41BE-97C5-2369486A4B7E}" type="presOf" srcId="{EE720550-A1C8-4188-9D97-E0B30890512D}" destId="{2396EECA-7BF1-42D4-BF92-017025B87BC3}" srcOrd="0" destOrd="0" presId="urn:microsoft.com/office/officeart/2005/8/layout/vList3"/>
    <dgm:cxn modelId="{0D67F865-9418-44A0-B05E-65D4AABEE4A1}" type="presOf" srcId="{92C390AB-4E4C-4D9A-B58F-433B074A2285}" destId="{8691A54F-0445-449D-A28E-6057F012F237}" srcOrd="0" destOrd="0" presId="urn:microsoft.com/office/officeart/2005/8/layout/vList3"/>
    <dgm:cxn modelId="{C5E41F6B-D932-4720-8B34-F8FCCDC3E53E}" type="presOf" srcId="{5550F2D8-8C13-4D00-AC87-2DC5B5F6762C}" destId="{F1214189-5E71-42F6-B426-73727A4633C9}" srcOrd="0" destOrd="0" presId="urn:microsoft.com/office/officeart/2005/8/layout/vList3"/>
    <dgm:cxn modelId="{AAC0D74C-3F87-4E04-A680-12593E027A3F}" srcId="{92C390AB-4E4C-4D9A-B58F-433B074A2285}" destId="{A611DF87-D8E8-45AD-B1C7-2CC7986EF29E}" srcOrd="1" destOrd="0" parTransId="{FD220F0B-6079-4AA3-B1F9-5E83D468FF3E}" sibTransId="{9672D11C-2FF9-45E3-8105-65189E2135F4}"/>
    <dgm:cxn modelId="{435F14AC-D86C-47C4-BDD0-BF9BA96106CA}" srcId="{92C390AB-4E4C-4D9A-B58F-433B074A2285}" destId="{EE720550-A1C8-4188-9D97-E0B30890512D}" srcOrd="2" destOrd="0" parTransId="{40CC9C77-AF72-462E-A6FA-D1117D419FC5}" sibTransId="{2F979CDF-B367-44C2-B53F-8F78958E6C11}"/>
    <dgm:cxn modelId="{31B2A9B4-9AFD-4910-8EC3-DDAFBB2FADEF}" type="presOf" srcId="{A611DF87-D8E8-45AD-B1C7-2CC7986EF29E}" destId="{F551801B-79F9-4C83-A6CD-474DFC684BF1}" srcOrd="0" destOrd="0" presId="urn:microsoft.com/office/officeart/2005/8/layout/vList3"/>
    <dgm:cxn modelId="{2BFC71BB-46C9-4E24-8E94-ABAAF53237E4}" srcId="{92C390AB-4E4C-4D9A-B58F-433B074A2285}" destId="{A92B7476-7AF1-4CBC-91AA-4767EF514BBA}" srcOrd="4" destOrd="0" parTransId="{8D5B16C1-C193-4161-B286-3D89A37828CA}" sibTransId="{EF248671-1669-430D-837A-63C20462E640}"/>
    <dgm:cxn modelId="{ADE8F5D1-1F40-432F-B107-8AB18D5AD39E}" srcId="{92C390AB-4E4C-4D9A-B58F-433B074A2285}" destId="{5550F2D8-8C13-4D00-AC87-2DC5B5F6762C}" srcOrd="3" destOrd="0" parTransId="{7D2DB2CC-F6B1-401F-B1DE-96442AF2B4BE}" sibTransId="{BE105A01-B637-4A70-9C26-DEC511F8C5D4}"/>
    <dgm:cxn modelId="{D383FDFC-D732-402B-AC86-DAEA39D62716}" type="presOf" srcId="{D07B5480-132D-4DA3-A4F2-BD299B60CFDB}" destId="{9EDCCAA3-573F-4237-B17E-F8EA61632859}" srcOrd="0" destOrd="0" presId="urn:microsoft.com/office/officeart/2005/8/layout/vList3"/>
    <dgm:cxn modelId="{136C39AD-E9A4-4BDE-AF99-8DE55D4F1EDA}" type="presParOf" srcId="{8691A54F-0445-449D-A28E-6057F012F237}" destId="{09A36F6D-2410-4F3E-8426-2303A5611AFD}" srcOrd="0" destOrd="0" presId="urn:microsoft.com/office/officeart/2005/8/layout/vList3"/>
    <dgm:cxn modelId="{A37908C6-B41C-4461-845D-8DF22F3ADF5D}" type="presParOf" srcId="{09A36F6D-2410-4F3E-8426-2303A5611AFD}" destId="{C7AC3B06-9F06-47CB-A057-675D9584F8D9}" srcOrd="0" destOrd="0" presId="urn:microsoft.com/office/officeart/2005/8/layout/vList3"/>
    <dgm:cxn modelId="{409732CA-220A-4C2E-8D02-EBB2C6024DF3}" type="presParOf" srcId="{09A36F6D-2410-4F3E-8426-2303A5611AFD}" destId="{9EDCCAA3-573F-4237-B17E-F8EA61632859}" srcOrd="1" destOrd="0" presId="urn:microsoft.com/office/officeart/2005/8/layout/vList3"/>
    <dgm:cxn modelId="{1E22C0B2-8B8A-47C0-AD5D-69DB0BB55967}" type="presParOf" srcId="{8691A54F-0445-449D-A28E-6057F012F237}" destId="{68FFCBE6-EC9D-4A97-88CA-9EF380F2F2EA}" srcOrd="1" destOrd="0" presId="urn:microsoft.com/office/officeart/2005/8/layout/vList3"/>
    <dgm:cxn modelId="{A7B93D77-1FCD-48E4-BB91-9815CCC8F7B8}" type="presParOf" srcId="{8691A54F-0445-449D-A28E-6057F012F237}" destId="{654B0AB3-C6D8-4937-8C8D-7EA9D130860A}" srcOrd="2" destOrd="0" presId="urn:microsoft.com/office/officeart/2005/8/layout/vList3"/>
    <dgm:cxn modelId="{CB078DED-36F4-4074-ADCC-A14189B5085C}" type="presParOf" srcId="{654B0AB3-C6D8-4937-8C8D-7EA9D130860A}" destId="{E519EE8B-AB4F-4B32-857E-479CB055056B}" srcOrd="0" destOrd="0" presId="urn:microsoft.com/office/officeart/2005/8/layout/vList3"/>
    <dgm:cxn modelId="{6BE42756-F366-43D8-82B6-32861DEC94D5}" type="presParOf" srcId="{654B0AB3-C6D8-4937-8C8D-7EA9D130860A}" destId="{F551801B-79F9-4C83-A6CD-474DFC684BF1}" srcOrd="1" destOrd="0" presId="urn:microsoft.com/office/officeart/2005/8/layout/vList3"/>
    <dgm:cxn modelId="{DFD4EB63-A140-46D3-8EA2-AEE6442A072C}" type="presParOf" srcId="{8691A54F-0445-449D-A28E-6057F012F237}" destId="{B7C94EAB-AF60-4CF6-96C0-2BDF7C1FEA8D}" srcOrd="3" destOrd="0" presId="urn:microsoft.com/office/officeart/2005/8/layout/vList3"/>
    <dgm:cxn modelId="{A9737733-1510-453C-8736-8535898CDAF1}" type="presParOf" srcId="{8691A54F-0445-449D-A28E-6057F012F237}" destId="{C036106F-3C0E-41B2-B931-7E1C092913D8}" srcOrd="4" destOrd="0" presId="urn:microsoft.com/office/officeart/2005/8/layout/vList3"/>
    <dgm:cxn modelId="{75DB4E37-7449-4378-8E20-735D9270928A}" type="presParOf" srcId="{C036106F-3C0E-41B2-B931-7E1C092913D8}" destId="{B06D9CAE-A8DF-4026-8520-06E8926844D4}" srcOrd="0" destOrd="0" presId="urn:microsoft.com/office/officeart/2005/8/layout/vList3"/>
    <dgm:cxn modelId="{F45A79ED-C513-4FD1-8EA9-6C5AD687A79B}" type="presParOf" srcId="{C036106F-3C0E-41B2-B931-7E1C092913D8}" destId="{2396EECA-7BF1-42D4-BF92-017025B87BC3}" srcOrd="1" destOrd="0" presId="urn:microsoft.com/office/officeart/2005/8/layout/vList3"/>
    <dgm:cxn modelId="{F9DEEC74-3C8D-4365-A8DA-3306B3F6AF7F}" type="presParOf" srcId="{8691A54F-0445-449D-A28E-6057F012F237}" destId="{4E045565-6EF7-411D-AED9-594B7CB88FF9}" srcOrd="5" destOrd="0" presId="urn:microsoft.com/office/officeart/2005/8/layout/vList3"/>
    <dgm:cxn modelId="{BA384DF6-63E9-42DC-8371-BADB793B6F6D}" type="presParOf" srcId="{8691A54F-0445-449D-A28E-6057F012F237}" destId="{81DC3030-FC5D-45E6-8E92-5FE51B516B43}" srcOrd="6" destOrd="0" presId="urn:microsoft.com/office/officeart/2005/8/layout/vList3"/>
    <dgm:cxn modelId="{136A7BF0-8CA0-40EA-80DD-384E2991E108}" type="presParOf" srcId="{81DC3030-FC5D-45E6-8E92-5FE51B516B43}" destId="{4246D96F-A346-4151-BB1C-1824FA6947B5}" srcOrd="0" destOrd="0" presId="urn:microsoft.com/office/officeart/2005/8/layout/vList3"/>
    <dgm:cxn modelId="{F2CFFE3C-CF09-4860-A076-5106D6892772}" type="presParOf" srcId="{81DC3030-FC5D-45E6-8E92-5FE51B516B43}" destId="{F1214189-5E71-42F6-B426-73727A4633C9}" srcOrd="1" destOrd="0" presId="urn:microsoft.com/office/officeart/2005/8/layout/vList3"/>
    <dgm:cxn modelId="{50B2435C-2464-4B22-92F8-F59ACF26FE60}" type="presParOf" srcId="{8691A54F-0445-449D-A28E-6057F012F237}" destId="{C40861F1-4BD6-433D-BA50-23C407AC1575}" srcOrd="7" destOrd="0" presId="urn:microsoft.com/office/officeart/2005/8/layout/vList3"/>
    <dgm:cxn modelId="{EC2F6A71-E703-4F65-92AC-D7FCD0EEEDC0}" type="presParOf" srcId="{8691A54F-0445-449D-A28E-6057F012F237}" destId="{8D358AF5-8547-4518-9FB7-345BEB1EE379}" srcOrd="8" destOrd="0" presId="urn:microsoft.com/office/officeart/2005/8/layout/vList3"/>
    <dgm:cxn modelId="{B71A44C3-1812-47C2-894E-13C4BFC0D1DB}" type="presParOf" srcId="{8D358AF5-8547-4518-9FB7-345BEB1EE379}" destId="{4B539135-FB10-4323-A668-7807818C3753}" srcOrd="0" destOrd="0" presId="urn:microsoft.com/office/officeart/2005/8/layout/vList3"/>
    <dgm:cxn modelId="{4C426D8A-28F7-4045-A11C-8CD44202E68E}" type="presParOf" srcId="{8D358AF5-8547-4518-9FB7-345BEB1EE379}" destId="{F15572C0-26CB-4459-9D1C-0545D309860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300366-FF6B-41BA-B464-C2D1C0221D92}" type="doc">
      <dgm:prSet loTypeId="urn:microsoft.com/office/officeart/2005/8/layout/vList3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B5B602B-6E2A-4444-BDEA-91C8B6EFB933}">
      <dgm:prSet/>
      <dgm:spPr/>
      <dgm:t>
        <a:bodyPr/>
        <a:lstStyle/>
        <a:p>
          <a:r>
            <a:rPr lang="en-GB" dirty="0"/>
            <a:t>Hard to translate expert knowledge into logic</a:t>
          </a:r>
          <a:endParaRPr lang="en-US" dirty="0"/>
        </a:p>
      </dgm:t>
    </dgm:pt>
    <dgm:pt modelId="{B7BF9286-FFAC-454C-95DA-4BD6563192B5}" type="parTrans" cxnId="{C625FF2F-38B4-47F6-A813-FDBF3B9B0CCE}">
      <dgm:prSet/>
      <dgm:spPr/>
      <dgm:t>
        <a:bodyPr/>
        <a:lstStyle/>
        <a:p>
          <a:endParaRPr lang="en-US"/>
        </a:p>
      </dgm:t>
    </dgm:pt>
    <dgm:pt modelId="{24621EB2-33D8-4727-A9AF-34F8DB2116B4}" type="sibTrans" cxnId="{C625FF2F-38B4-47F6-A813-FDBF3B9B0CCE}">
      <dgm:prSet/>
      <dgm:spPr/>
      <dgm:t>
        <a:bodyPr/>
        <a:lstStyle/>
        <a:p>
          <a:endParaRPr lang="en-US"/>
        </a:p>
      </dgm:t>
    </dgm:pt>
    <dgm:pt modelId="{59C9A187-7F67-4ED2-A1D5-8814A00A7425}">
      <dgm:prSet/>
      <dgm:spPr/>
      <dgm:t>
        <a:bodyPr/>
        <a:lstStyle/>
        <a:p>
          <a:r>
            <a:rPr lang="en-GB"/>
            <a:t>Struggles with uncertain/incomplete data</a:t>
          </a:r>
          <a:endParaRPr lang="en-US"/>
        </a:p>
      </dgm:t>
    </dgm:pt>
    <dgm:pt modelId="{E2939118-7F14-43ED-A014-3CBCEE38C9B6}" type="parTrans" cxnId="{D805C939-2485-4C0C-A23D-15A0FF244C90}">
      <dgm:prSet/>
      <dgm:spPr/>
      <dgm:t>
        <a:bodyPr/>
        <a:lstStyle/>
        <a:p>
          <a:endParaRPr lang="en-US"/>
        </a:p>
      </dgm:t>
    </dgm:pt>
    <dgm:pt modelId="{18D57C9A-1A50-41B1-9D8F-786DEE03E9A1}" type="sibTrans" cxnId="{D805C939-2485-4C0C-A23D-15A0FF244C90}">
      <dgm:prSet/>
      <dgm:spPr/>
      <dgm:t>
        <a:bodyPr/>
        <a:lstStyle/>
        <a:p>
          <a:endParaRPr lang="en-US"/>
        </a:p>
      </dgm:t>
    </dgm:pt>
    <dgm:pt modelId="{AB0A9E88-83D3-4DB4-B291-C2E29BB27F8D}">
      <dgm:prSet/>
      <dgm:spPr/>
      <dgm:t>
        <a:bodyPr/>
        <a:lstStyle/>
        <a:p>
          <a:r>
            <a:rPr lang="en-GB" dirty="0"/>
            <a:t>Complex and hard-to-manage rules</a:t>
          </a:r>
          <a:endParaRPr lang="en-US" dirty="0"/>
        </a:p>
      </dgm:t>
    </dgm:pt>
    <dgm:pt modelId="{553623DB-C36C-43DC-8078-5EB37970AF67}" type="parTrans" cxnId="{36DA1AE9-25EF-492C-B6D4-0910FEE5F974}">
      <dgm:prSet/>
      <dgm:spPr/>
      <dgm:t>
        <a:bodyPr/>
        <a:lstStyle/>
        <a:p>
          <a:endParaRPr lang="en-US"/>
        </a:p>
      </dgm:t>
    </dgm:pt>
    <dgm:pt modelId="{9EEBD85E-63DE-4D4B-9673-B41442F603FD}" type="sibTrans" cxnId="{36DA1AE9-25EF-492C-B6D4-0910FEE5F974}">
      <dgm:prSet/>
      <dgm:spPr/>
      <dgm:t>
        <a:bodyPr/>
        <a:lstStyle/>
        <a:p>
          <a:endParaRPr lang="en-US"/>
        </a:p>
      </dgm:t>
    </dgm:pt>
    <dgm:pt modelId="{55DFFA52-6892-4514-9B61-660A59201EED}">
      <dgm:prSet/>
      <dgm:spPr/>
      <dgm:t>
        <a:bodyPr/>
        <a:lstStyle/>
        <a:p>
          <a:r>
            <a:rPr lang="en-GB" dirty="0"/>
            <a:t>Slow with large rule sets</a:t>
          </a:r>
          <a:endParaRPr lang="en-US" dirty="0"/>
        </a:p>
      </dgm:t>
    </dgm:pt>
    <dgm:pt modelId="{138F1EC4-A4EA-4FC2-BEB8-08A697745753}" type="parTrans" cxnId="{D6EC7C23-E15F-4090-99BF-C40E53C27EEE}">
      <dgm:prSet/>
      <dgm:spPr/>
      <dgm:t>
        <a:bodyPr/>
        <a:lstStyle/>
        <a:p>
          <a:endParaRPr lang="en-US"/>
        </a:p>
      </dgm:t>
    </dgm:pt>
    <dgm:pt modelId="{236C7E63-6887-4DD2-9170-254C15DAB928}" type="sibTrans" cxnId="{D6EC7C23-E15F-4090-99BF-C40E53C27EEE}">
      <dgm:prSet/>
      <dgm:spPr/>
      <dgm:t>
        <a:bodyPr/>
        <a:lstStyle/>
        <a:p>
          <a:endParaRPr lang="en-US"/>
        </a:p>
      </dgm:t>
    </dgm:pt>
    <dgm:pt modelId="{335674E6-AB77-445F-AA9D-91F4129A5ED6}">
      <dgm:prSet/>
      <dgm:spPr/>
      <dgm:t>
        <a:bodyPr/>
        <a:lstStyle/>
        <a:p>
          <a:r>
            <a:rPr lang="en-GB"/>
            <a:t>Not easy for non-tech users</a:t>
          </a:r>
          <a:endParaRPr lang="en-US"/>
        </a:p>
      </dgm:t>
    </dgm:pt>
    <dgm:pt modelId="{29D5E1EF-2D79-4744-B220-AE4CCF847894}" type="parTrans" cxnId="{DACA4D25-C63F-4ACC-93C0-CFCD62AB05B4}">
      <dgm:prSet/>
      <dgm:spPr/>
      <dgm:t>
        <a:bodyPr/>
        <a:lstStyle/>
        <a:p>
          <a:endParaRPr lang="en-US"/>
        </a:p>
      </dgm:t>
    </dgm:pt>
    <dgm:pt modelId="{37A3BD46-1944-4628-AF25-F63221EE2667}" type="sibTrans" cxnId="{DACA4D25-C63F-4ACC-93C0-CFCD62AB05B4}">
      <dgm:prSet/>
      <dgm:spPr/>
      <dgm:t>
        <a:bodyPr/>
        <a:lstStyle/>
        <a:p>
          <a:endParaRPr lang="en-US"/>
        </a:p>
      </dgm:t>
    </dgm:pt>
    <dgm:pt modelId="{7DF382D1-852C-454C-8154-BDEB875AECCE}" type="pres">
      <dgm:prSet presAssocID="{AF300366-FF6B-41BA-B464-C2D1C0221D92}" presName="linearFlow" presStyleCnt="0">
        <dgm:presLayoutVars>
          <dgm:dir/>
          <dgm:resizeHandles val="exact"/>
        </dgm:presLayoutVars>
      </dgm:prSet>
      <dgm:spPr/>
    </dgm:pt>
    <dgm:pt modelId="{EF2A7C9E-F874-4784-A6A6-02EB68118216}" type="pres">
      <dgm:prSet presAssocID="{7B5B602B-6E2A-4444-BDEA-91C8B6EFB933}" presName="composite" presStyleCnt="0"/>
      <dgm:spPr/>
    </dgm:pt>
    <dgm:pt modelId="{EBC27750-24AB-4F32-AADD-8EE39EF3475A}" type="pres">
      <dgm:prSet presAssocID="{7B5B602B-6E2A-4444-BDEA-91C8B6EFB933}" presName="imgShp" presStyleLbl="fgImgPlace1" presStyleIdx="0" presStyleCnt="5"/>
      <dgm:spPr>
        <a:solidFill>
          <a:schemeClr val="accent5">
            <a:lumMod val="75000"/>
          </a:schemeClr>
        </a:solidFill>
      </dgm:spPr>
    </dgm:pt>
    <dgm:pt modelId="{3D9422F9-0535-4F49-8195-D93CDD5A369C}" type="pres">
      <dgm:prSet presAssocID="{7B5B602B-6E2A-4444-BDEA-91C8B6EFB933}" presName="txShp" presStyleLbl="node1" presStyleIdx="0" presStyleCnt="5">
        <dgm:presLayoutVars>
          <dgm:bulletEnabled val="1"/>
        </dgm:presLayoutVars>
      </dgm:prSet>
      <dgm:spPr/>
    </dgm:pt>
    <dgm:pt modelId="{86662C32-2A91-4478-988E-8D7B024FF1F9}" type="pres">
      <dgm:prSet presAssocID="{24621EB2-33D8-4727-A9AF-34F8DB2116B4}" presName="spacing" presStyleCnt="0"/>
      <dgm:spPr/>
    </dgm:pt>
    <dgm:pt modelId="{6D089B0D-7097-401D-8984-210F8BAD524F}" type="pres">
      <dgm:prSet presAssocID="{59C9A187-7F67-4ED2-A1D5-8814A00A7425}" presName="composite" presStyleCnt="0"/>
      <dgm:spPr/>
    </dgm:pt>
    <dgm:pt modelId="{28BA75AA-5732-4E1A-AD25-AF91EE90BD02}" type="pres">
      <dgm:prSet presAssocID="{59C9A187-7F67-4ED2-A1D5-8814A00A7425}" presName="imgShp" presStyleLbl="fgImgPlace1" presStyleIdx="1" presStyleCnt="5"/>
      <dgm:spPr>
        <a:solidFill>
          <a:schemeClr val="accent5">
            <a:lumMod val="75000"/>
          </a:schemeClr>
        </a:solidFill>
      </dgm:spPr>
    </dgm:pt>
    <dgm:pt modelId="{922AA78B-1224-4794-A5BC-A2887629C49E}" type="pres">
      <dgm:prSet presAssocID="{59C9A187-7F67-4ED2-A1D5-8814A00A7425}" presName="txShp" presStyleLbl="node1" presStyleIdx="1" presStyleCnt="5">
        <dgm:presLayoutVars>
          <dgm:bulletEnabled val="1"/>
        </dgm:presLayoutVars>
      </dgm:prSet>
      <dgm:spPr/>
    </dgm:pt>
    <dgm:pt modelId="{86AC7E47-FEA9-460E-A3D8-DEB01A674970}" type="pres">
      <dgm:prSet presAssocID="{18D57C9A-1A50-41B1-9D8F-786DEE03E9A1}" presName="spacing" presStyleCnt="0"/>
      <dgm:spPr/>
    </dgm:pt>
    <dgm:pt modelId="{CCB4A626-B16F-4DCB-BCCB-3081564267BE}" type="pres">
      <dgm:prSet presAssocID="{AB0A9E88-83D3-4DB4-B291-C2E29BB27F8D}" presName="composite" presStyleCnt="0"/>
      <dgm:spPr/>
    </dgm:pt>
    <dgm:pt modelId="{6125DDCD-5F97-4C55-8641-2E268DE33512}" type="pres">
      <dgm:prSet presAssocID="{AB0A9E88-83D3-4DB4-B291-C2E29BB27F8D}" presName="imgShp" presStyleLbl="fgImgPlace1" presStyleIdx="2" presStyleCnt="5"/>
      <dgm:spPr>
        <a:solidFill>
          <a:schemeClr val="accent5">
            <a:lumMod val="75000"/>
          </a:schemeClr>
        </a:solidFill>
      </dgm:spPr>
    </dgm:pt>
    <dgm:pt modelId="{DB49A756-2A97-410A-8CDD-85E98309BF6F}" type="pres">
      <dgm:prSet presAssocID="{AB0A9E88-83D3-4DB4-B291-C2E29BB27F8D}" presName="txShp" presStyleLbl="node1" presStyleIdx="2" presStyleCnt="5">
        <dgm:presLayoutVars>
          <dgm:bulletEnabled val="1"/>
        </dgm:presLayoutVars>
      </dgm:prSet>
      <dgm:spPr/>
    </dgm:pt>
    <dgm:pt modelId="{1C02D43B-0FE1-4F8B-A7AF-60BCC1AFBF4F}" type="pres">
      <dgm:prSet presAssocID="{9EEBD85E-63DE-4D4B-9673-B41442F603FD}" presName="spacing" presStyleCnt="0"/>
      <dgm:spPr/>
    </dgm:pt>
    <dgm:pt modelId="{6F5378A4-0105-4233-961E-7C34C745E534}" type="pres">
      <dgm:prSet presAssocID="{55DFFA52-6892-4514-9B61-660A59201EED}" presName="composite" presStyleCnt="0"/>
      <dgm:spPr/>
    </dgm:pt>
    <dgm:pt modelId="{70E1E11D-4E97-403D-8DFD-1CBF90C6F3ED}" type="pres">
      <dgm:prSet presAssocID="{55DFFA52-6892-4514-9B61-660A59201EED}" presName="imgShp" presStyleLbl="fgImgPlace1" presStyleIdx="3" presStyleCnt="5"/>
      <dgm:spPr>
        <a:solidFill>
          <a:schemeClr val="accent5">
            <a:lumMod val="75000"/>
          </a:schemeClr>
        </a:solidFill>
      </dgm:spPr>
    </dgm:pt>
    <dgm:pt modelId="{BB70BA80-C97E-44E2-8432-3897B80A0675}" type="pres">
      <dgm:prSet presAssocID="{55DFFA52-6892-4514-9B61-660A59201EED}" presName="txShp" presStyleLbl="node1" presStyleIdx="3" presStyleCnt="5">
        <dgm:presLayoutVars>
          <dgm:bulletEnabled val="1"/>
        </dgm:presLayoutVars>
      </dgm:prSet>
      <dgm:spPr/>
    </dgm:pt>
    <dgm:pt modelId="{4BBCB0E9-D131-4488-8FA6-C888651ED4DA}" type="pres">
      <dgm:prSet presAssocID="{236C7E63-6887-4DD2-9170-254C15DAB928}" presName="spacing" presStyleCnt="0"/>
      <dgm:spPr/>
    </dgm:pt>
    <dgm:pt modelId="{98B42263-EA60-44BD-9763-C536561C0A3B}" type="pres">
      <dgm:prSet presAssocID="{335674E6-AB77-445F-AA9D-91F4129A5ED6}" presName="composite" presStyleCnt="0"/>
      <dgm:spPr/>
    </dgm:pt>
    <dgm:pt modelId="{64C892E8-EA5D-471C-A745-908EF3536ECE}" type="pres">
      <dgm:prSet presAssocID="{335674E6-AB77-445F-AA9D-91F4129A5ED6}" presName="imgShp" presStyleLbl="fgImgPlace1" presStyleIdx="4" presStyleCnt="5"/>
      <dgm:spPr>
        <a:solidFill>
          <a:schemeClr val="accent5">
            <a:lumMod val="75000"/>
          </a:schemeClr>
        </a:solidFill>
      </dgm:spPr>
    </dgm:pt>
    <dgm:pt modelId="{5267AF32-7858-414D-8211-BC183A5CFA53}" type="pres">
      <dgm:prSet presAssocID="{335674E6-AB77-445F-AA9D-91F4129A5ED6}" presName="txShp" presStyleLbl="node1" presStyleIdx="4" presStyleCnt="5">
        <dgm:presLayoutVars>
          <dgm:bulletEnabled val="1"/>
        </dgm:presLayoutVars>
      </dgm:prSet>
      <dgm:spPr/>
    </dgm:pt>
  </dgm:ptLst>
  <dgm:cxnLst>
    <dgm:cxn modelId="{D6EC7C23-E15F-4090-99BF-C40E53C27EEE}" srcId="{AF300366-FF6B-41BA-B464-C2D1C0221D92}" destId="{55DFFA52-6892-4514-9B61-660A59201EED}" srcOrd="3" destOrd="0" parTransId="{138F1EC4-A4EA-4FC2-BEB8-08A697745753}" sibTransId="{236C7E63-6887-4DD2-9170-254C15DAB928}"/>
    <dgm:cxn modelId="{DACA4D25-C63F-4ACC-93C0-CFCD62AB05B4}" srcId="{AF300366-FF6B-41BA-B464-C2D1C0221D92}" destId="{335674E6-AB77-445F-AA9D-91F4129A5ED6}" srcOrd="4" destOrd="0" parTransId="{29D5E1EF-2D79-4744-B220-AE4CCF847894}" sibTransId="{37A3BD46-1944-4628-AF25-F63221EE2667}"/>
    <dgm:cxn modelId="{C625FF2F-38B4-47F6-A813-FDBF3B9B0CCE}" srcId="{AF300366-FF6B-41BA-B464-C2D1C0221D92}" destId="{7B5B602B-6E2A-4444-BDEA-91C8B6EFB933}" srcOrd="0" destOrd="0" parTransId="{B7BF9286-FFAC-454C-95DA-4BD6563192B5}" sibTransId="{24621EB2-33D8-4727-A9AF-34F8DB2116B4}"/>
    <dgm:cxn modelId="{D805C939-2485-4C0C-A23D-15A0FF244C90}" srcId="{AF300366-FF6B-41BA-B464-C2D1C0221D92}" destId="{59C9A187-7F67-4ED2-A1D5-8814A00A7425}" srcOrd="1" destOrd="0" parTransId="{E2939118-7F14-43ED-A014-3CBCEE38C9B6}" sibTransId="{18D57C9A-1A50-41B1-9D8F-786DEE03E9A1}"/>
    <dgm:cxn modelId="{1B3D9A5C-C9F2-489D-ADE6-591886F38F13}" type="presOf" srcId="{7B5B602B-6E2A-4444-BDEA-91C8B6EFB933}" destId="{3D9422F9-0535-4F49-8195-D93CDD5A369C}" srcOrd="0" destOrd="0" presId="urn:microsoft.com/office/officeart/2005/8/layout/vList3"/>
    <dgm:cxn modelId="{A4EE7D66-D7DC-4E70-9F71-16697D1BB7E3}" type="presOf" srcId="{59C9A187-7F67-4ED2-A1D5-8814A00A7425}" destId="{922AA78B-1224-4794-A5BC-A2887629C49E}" srcOrd="0" destOrd="0" presId="urn:microsoft.com/office/officeart/2005/8/layout/vList3"/>
    <dgm:cxn modelId="{C442EE86-C586-4B7B-8D64-764FD3E2F7A8}" type="presOf" srcId="{335674E6-AB77-445F-AA9D-91F4129A5ED6}" destId="{5267AF32-7858-414D-8211-BC183A5CFA53}" srcOrd="0" destOrd="0" presId="urn:microsoft.com/office/officeart/2005/8/layout/vList3"/>
    <dgm:cxn modelId="{38ABCCCB-95A3-4AF1-AF08-E2CF20CDA80A}" type="presOf" srcId="{AF300366-FF6B-41BA-B464-C2D1C0221D92}" destId="{7DF382D1-852C-454C-8154-BDEB875AECCE}" srcOrd="0" destOrd="0" presId="urn:microsoft.com/office/officeart/2005/8/layout/vList3"/>
    <dgm:cxn modelId="{7DF941E7-32C3-40CA-93BD-69315389E9A0}" type="presOf" srcId="{AB0A9E88-83D3-4DB4-B291-C2E29BB27F8D}" destId="{DB49A756-2A97-410A-8CDD-85E98309BF6F}" srcOrd="0" destOrd="0" presId="urn:microsoft.com/office/officeart/2005/8/layout/vList3"/>
    <dgm:cxn modelId="{36DA1AE9-25EF-492C-B6D4-0910FEE5F974}" srcId="{AF300366-FF6B-41BA-B464-C2D1C0221D92}" destId="{AB0A9E88-83D3-4DB4-B291-C2E29BB27F8D}" srcOrd="2" destOrd="0" parTransId="{553623DB-C36C-43DC-8078-5EB37970AF67}" sibTransId="{9EEBD85E-63DE-4D4B-9673-B41442F603FD}"/>
    <dgm:cxn modelId="{90BC02FE-929C-41BF-BFF3-4A57DF5E3A01}" type="presOf" srcId="{55DFFA52-6892-4514-9B61-660A59201EED}" destId="{BB70BA80-C97E-44E2-8432-3897B80A0675}" srcOrd="0" destOrd="0" presId="urn:microsoft.com/office/officeart/2005/8/layout/vList3"/>
    <dgm:cxn modelId="{A67AB7BF-7B9B-44F6-8F81-38C04F49D010}" type="presParOf" srcId="{7DF382D1-852C-454C-8154-BDEB875AECCE}" destId="{EF2A7C9E-F874-4784-A6A6-02EB68118216}" srcOrd="0" destOrd="0" presId="urn:microsoft.com/office/officeart/2005/8/layout/vList3"/>
    <dgm:cxn modelId="{AA262268-4B83-49A0-A15F-7A1B0828469C}" type="presParOf" srcId="{EF2A7C9E-F874-4784-A6A6-02EB68118216}" destId="{EBC27750-24AB-4F32-AADD-8EE39EF3475A}" srcOrd="0" destOrd="0" presId="urn:microsoft.com/office/officeart/2005/8/layout/vList3"/>
    <dgm:cxn modelId="{346CD712-D911-4DE3-B3BB-715838596710}" type="presParOf" srcId="{EF2A7C9E-F874-4784-A6A6-02EB68118216}" destId="{3D9422F9-0535-4F49-8195-D93CDD5A369C}" srcOrd="1" destOrd="0" presId="urn:microsoft.com/office/officeart/2005/8/layout/vList3"/>
    <dgm:cxn modelId="{2F9AF79B-F95E-4497-BC00-1C10A3E76A8D}" type="presParOf" srcId="{7DF382D1-852C-454C-8154-BDEB875AECCE}" destId="{86662C32-2A91-4478-988E-8D7B024FF1F9}" srcOrd="1" destOrd="0" presId="urn:microsoft.com/office/officeart/2005/8/layout/vList3"/>
    <dgm:cxn modelId="{380D018E-A629-42AD-9D97-ABC05D02379E}" type="presParOf" srcId="{7DF382D1-852C-454C-8154-BDEB875AECCE}" destId="{6D089B0D-7097-401D-8984-210F8BAD524F}" srcOrd="2" destOrd="0" presId="urn:microsoft.com/office/officeart/2005/8/layout/vList3"/>
    <dgm:cxn modelId="{674F7EBA-2890-492F-A3E7-031928EA8553}" type="presParOf" srcId="{6D089B0D-7097-401D-8984-210F8BAD524F}" destId="{28BA75AA-5732-4E1A-AD25-AF91EE90BD02}" srcOrd="0" destOrd="0" presId="urn:microsoft.com/office/officeart/2005/8/layout/vList3"/>
    <dgm:cxn modelId="{11FE523B-1C5F-4D8F-8FD5-D28DFD681FC6}" type="presParOf" srcId="{6D089B0D-7097-401D-8984-210F8BAD524F}" destId="{922AA78B-1224-4794-A5BC-A2887629C49E}" srcOrd="1" destOrd="0" presId="urn:microsoft.com/office/officeart/2005/8/layout/vList3"/>
    <dgm:cxn modelId="{8A39CCEA-B6BE-4F6C-845D-BFBC055D9E50}" type="presParOf" srcId="{7DF382D1-852C-454C-8154-BDEB875AECCE}" destId="{86AC7E47-FEA9-460E-A3D8-DEB01A674970}" srcOrd="3" destOrd="0" presId="urn:microsoft.com/office/officeart/2005/8/layout/vList3"/>
    <dgm:cxn modelId="{4E015A48-8429-49AD-810C-160236FE11F0}" type="presParOf" srcId="{7DF382D1-852C-454C-8154-BDEB875AECCE}" destId="{CCB4A626-B16F-4DCB-BCCB-3081564267BE}" srcOrd="4" destOrd="0" presId="urn:microsoft.com/office/officeart/2005/8/layout/vList3"/>
    <dgm:cxn modelId="{60A72BEA-6980-4F9E-9A88-AD09E0C3223B}" type="presParOf" srcId="{CCB4A626-B16F-4DCB-BCCB-3081564267BE}" destId="{6125DDCD-5F97-4C55-8641-2E268DE33512}" srcOrd="0" destOrd="0" presId="urn:microsoft.com/office/officeart/2005/8/layout/vList3"/>
    <dgm:cxn modelId="{1FC570AB-1384-4552-8F5C-9E4E45280042}" type="presParOf" srcId="{CCB4A626-B16F-4DCB-BCCB-3081564267BE}" destId="{DB49A756-2A97-410A-8CDD-85E98309BF6F}" srcOrd="1" destOrd="0" presId="urn:microsoft.com/office/officeart/2005/8/layout/vList3"/>
    <dgm:cxn modelId="{F439B542-DE27-42BE-AF3E-F4C49A3E8F50}" type="presParOf" srcId="{7DF382D1-852C-454C-8154-BDEB875AECCE}" destId="{1C02D43B-0FE1-4F8B-A7AF-60BCC1AFBF4F}" srcOrd="5" destOrd="0" presId="urn:microsoft.com/office/officeart/2005/8/layout/vList3"/>
    <dgm:cxn modelId="{17FACF2C-471B-4751-9F90-0D17DB6B3A63}" type="presParOf" srcId="{7DF382D1-852C-454C-8154-BDEB875AECCE}" destId="{6F5378A4-0105-4233-961E-7C34C745E534}" srcOrd="6" destOrd="0" presId="urn:microsoft.com/office/officeart/2005/8/layout/vList3"/>
    <dgm:cxn modelId="{E3CB4762-A7ED-4807-8A3D-FEE6D574EF5F}" type="presParOf" srcId="{6F5378A4-0105-4233-961E-7C34C745E534}" destId="{70E1E11D-4E97-403D-8DFD-1CBF90C6F3ED}" srcOrd="0" destOrd="0" presId="urn:microsoft.com/office/officeart/2005/8/layout/vList3"/>
    <dgm:cxn modelId="{687284DB-4E32-4815-86CB-DCD09492DA63}" type="presParOf" srcId="{6F5378A4-0105-4233-961E-7C34C745E534}" destId="{BB70BA80-C97E-44E2-8432-3897B80A0675}" srcOrd="1" destOrd="0" presId="urn:microsoft.com/office/officeart/2005/8/layout/vList3"/>
    <dgm:cxn modelId="{1C43DA6A-967E-4706-98B1-EBF04A92D205}" type="presParOf" srcId="{7DF382D1-852C-454C-8154-BDEB875AECCE}" destId="{4BBCB0E9-D131-4488-8FA6-C888651ED4DA}" srcOrd="7" destOrd="0" presId="urn:microsoft.com/office/officeart/2005/8/layout/vList3"/>
    <dgm:cxn modelId="{49D6B100-66E9-4893-A2BA-EDD2E0668B71}" type="presParOf" srcId="{7DF382D1-852C-454C-8154-BDEB875AECCE}" destId="{98B42263-EA60-44BD-9763-C536561C0A3B}" srcOrd="8" destOrd="0" presId="urn:microsoft.com/office/officeart/2005/8/layout/vList3"/>
    <dgm:cxn modelId="{04A5E6E2-0EB2-4133-B5BB-675C79ABE760}" type="presParOf" srcId="{98B42263-EA60-44BD-9763-C536561C0A3B}" destId="{64C892E8-EA5D-471C-A745-908EF3536ECE}" srcOrd="0" destOrd="0" presId="urn:microsoft.com/office/officeart/2005/8/layout/vList3"/>
    <dgm:cxn modelId="{B90E67AA-57D8-4CC2-B79D-18B0AD735CA6}" type="presParOf" srcId="{98B42263-EA60-44BD-9763-C536561C0A3B}" destId="{5267AF32-7858-414D-8211-BC183A5CFA5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CCAA3-573F-4237-B17E-F8EA61632859}">
      <dsp:nvSpPr>
        <dsp:cNvPr id="0" name=""/>
        <dsp:cNvSpPr/>
      </dsp:nvSpPr>
      <dsp:spPr>
        <a:xfrm rot="10800000">
          <a:off x="1366107" y="1764"/>
          <a:ext cx="4758037" cy="67061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2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Clear and logical knowledge representation</a:t>
          </a:r>
          <a:endParaRPr lang="en-US" sz="1900" kern="1200" dirty="0"/>
        </a:p>
      </dsp:txBody>
      <dsp:txXfrm rot="10800000">
        <a:off x="1533761" y="1764"/>
        <a:ext cx="4590383" cy="670618"/>
      </dsp:txXfrm>
    </dsp:sp>
    <dsp:sp modelId="{C7AC3B06-9F06-47CB-A057-675D9584F8D9}">
      <dsp:nvSpPr>
        <dsp:cNvPr id="0" name=""/>
        <dsp:cNvSpPr/>
      </dsp:nvSpPr>
      <dsp:spPr>
        <a:xfrm>
          <a:off x="1030798" y="1764"/>
          <a:ext cx="670618" cy="670618"/>
        </a:xfrm>
        <a:prstGeom prst="ellipse">
          <a:avLst/>
        </a:prstGeom>
        <a:solidFill>
          <a:schemeClr val="accent2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1801B-79F9-4C83-A6CD-474DFC684BF1}">
      <dsp:nvSpPr>
        <dsp:cNvPr id="0" name=""/>
        <dsp:cNvSpPr/>
      </dsp:nvSpPr>
      <dsp:spPr>
        <a:xfrm rot="10800000">
          <a:off x="1366107" y="872568"/>
          <a:ext cx="4758037" cy="67061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2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Handles complex relationships</a:t>
          </a:r>
          <a:endParaRPr lang="en-US" sz="1900" kern="1200"/>
        </a:p>
      </dsp:txBody>
      <dsp:txXfrm rot="10800000">
        <a:off x="1533761" y="872568"/>
        <a:ext cx="4590383" cy="670618"/>
      </dsp:txXfrm>
    </dsp:sp>
    <dsp:sp modelId="{E519EE8B-AB4F-4B32-857E-479CB055056B}">
      <dsp:nvSpPr>
        <dsp:cNvPr id="0" name=""/>
        <dsp:cNvSpPr/>
      </dsp:nvSpPr>
      <dsp:spPr>
        <a:xfrm>
          <a:off x="1030798" y="872568"/>
          <a:ext cx="670618" cy="670618"/>
        </a:xfrm>
        <a:prstGeom prst="ellipse">
          <a:avLst/>
        </a:prstGeom>
        <a:solidFill>
          <a:schemeClr val="accent2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96EECA-7BF1-42D4-BF92-017025B87BC3}">
      <dsp:nvSpPr>
        <dsp:cNvPr id="0" name=""/>
        <dsp:cNvSpPr/>
      </dsp:nvSpPr>
      <dsp:spPr>
        <a:xfrm rot="10800000">
          <a:off x="1366107" y="1743371"/>
          <a:ext cx="4758037" cy="67061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2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Strong reasoning and decision-making</a:t>
          </a:r>
          <a:endParaRPr lang="en-US" sz="1900" kern="1200" dirty="0"/>
        </a:p>
      </dsp:txBody>
      <dsp:txXfrm rot="10800000">
        <a:off x="1533761" y="1743371"/>
        <a:ext cx="4590383" cy="670618"/>
      </dsp:txXfrm>
    </dsp:sp>
    <dsp:sp modelId="{B06D9CAE-A8DF-4026-8520-06E8926844D4}">
      <dsp:nvSpPr>
        <dsp:cNvPr id="0" name=""/>
        <dsp:cNvSpPr/>
      </dsp:nvSpPr>
      <dsp:spPr>
        <a:xfrm>
          <a:off x="1030798" y="1743371"/>
          <a:ext cx="670618" cy="670618"/>
        </a:xfrm>
        <a:prstGeom prst="ellipse">
          <a:avLst/>
        </a:prstGeom>
        <a:solidFill>
          <a:schemeClr val="accent2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214189-5E71-42F6-B426-73727A4633C9}">
      <dsp:nvSpPr>
        <dsp:cNvPr id="0" name=""/>
        <dsp:cNvSpPr/>
      </dsp:nvSpPr>
      <dsp:spPr>
        <a:xfrm rot="10800000">
          <a:off x="1366107" y="2614175"/>
          <a:ext cx="4758037" cy="67061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2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More expressive than simple true/false logic</a:t>
          </a:r>
          <a:endParaRPr lang="en-US" sz="1900" kern="1200"/>
        </a:p>
      </dsp:txBody>
      <dsp:txXfrm rot="10800000">
        <a:off x="1533761" y="2614175"/>
        <a:ext cx="4590383" cy="670618"/>
      </dsp:txXfrm>
    </dsp:sp>
    <dsp:sp modelId="{4246D96F-A346-4151-BB1C-1824FA6947B5}">
      <dsp:nvSpPr>
        <dsp:cNvPr id="0" name=""/>
        <dsp:cNvSpPr/>
      </dsp:nvSpPr>
      <dsp:spPr>
        <a:xfrm>
          <a:off x="1030798" y="2614175"/>
          <a:ext cx="670618" cy="670618"/>
        </a:xfrm>
        <a:prstGeom prst="ellipse">
          <a:avLst/>
        </a:prstGeom>
        <a:solidFill>
          <a:schemeClr val="accent2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572C0-26CB-4459-9D1C-0545D3098604}">
      <dsp:nvSpPr>
        <dsp:cNvPr id="0" name=""/>
        <dsp:cNvSpPr/>
      </dsp:nvSpPr>
      <dsp:spPr>
        <a:xfrm rot="10800000">
          <a:off x="1366107" y="3484978"/>
          <a:ext cx="4758037" cy="670618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24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Reusable rules and knowledge</a:t>
          </a:r>
          <a:endParaRPr lang="en-US" sz="1900" kern="1200" dirty="0"/>
        </a:p>
      </dsp:txBody>
      <dsp:txXfrm rot="10800000">
        <a:off x="1533761" y="3484978"/>
        <a:ext cx="4590383" cy="670618"/>
      </dsp:txXfrm>
    </dsp:sp>
    <dsp:sp modelId="{4B539135-FB10-4323-A668-7807818C3753}">
      <dsp:nvSpPr>
        <dsp:cNvPr id="0" name=""/>
        <dsp:cNvSpPr/>
      </dsp:nvSpPr>
      <dsp:spPr>
        <a:xfrm>
          <a:off x="1030798" y="3484978"/>
          <a:ext cx="670618" cy="670618"/>
        </a:xfrm>
        <a:prstGeom prst="ellipse">
          <a:avLst/>
        </a:prstGeom>
        <a:solidFill>
          <a:schemeClr val="accent2">
            <a:lumMod val="75000"/>
          </a:schemeClr>
        </a:solidFill>
        <a:ln w="25400" cap="rnd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9422F9-0535-4F49-8195-D93CDD5A369C}">
      <dsp:nvSpPr>
        <dsp:cNvPr id="0" name=""/>
        <dsp:cNvSpPr/>
      </dsp:nvSpPr>
      <dsp:spPr>
        <a:xfrm rot="10800000">
          <a:off x="1324039" y="1290"/>
          <a:ext cx="4590870" cy="670771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9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Hard to translate expert knowledge into logic</a:t>
          </a:r>
          <a:endParaRPr lang="en-US" sz="1900" kern="1200" dirty="0"/>
        </a:p>
      </dsp:txBody>
      <dsp:txXfrm rot="10800000">
        <a:off x="1491732" y="1290"/>
        <a:ext cx="4423177" cy="670771"/>
      </dsp:txXfrm>
    </dsp:sp>
    <dsp:sp modelId="{EBC27750-24AB-4F32-AADD-8EE39EF3475A}">
      <dsp:nvSpPr>
        <dsp:cNvPr id="0" name=""/>
        <dsp:cNvSpPr/>
      </dsp:nvSpPr>
      <dsp:spPr>
        <a:xfrm>
          <a:off x="988654" y="1290"/>
          <a:ext cx="670771" cy="670771"/>
        </a:xfrm>
        <a:prstGeom prst="ellipse">
          <a:avLst/>
        </a:prstGeom>
        <a:solidFill>
          <a:schemeClr val="accent5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2AA78B-1224-4794-A5BC-A2887629C49E}">
      <dsp:nvSpPr>
        <dsp:cNvPr id="0" name=""/>
        <dsp:cNvSpPr/>
      </dsp:nvSpPr>
      <dsp:spPr>
        <a:xfrm rot="10800000">
          <a:off x="1324039" y="872292"/>
          <a:ext cx="4590870" cy="670771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9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Struggles with uncertain/incomplete data</a:t>
          </a:r>
          <a:endParaRPr lang="en-US" sz="1900" kern="1200"/>
        </a:p>
      </dsp:txBody>
      <dsp:txXfrm rot="10800000">
        <a:off x="1491732" y="872292"/>
        <a:ext cx="4423177" cy="670771"/>
      </dsp:txXfrm>
    </dsp:sp>
    <dsp:sp modelId="{28BA75AA-5732-4E1A-AD25-AF91EE90BD02}">
      <dsp:nvSpPr>
        <dsp:cNvPr id="0" name=""/>
        <dsp:cNvSpPr/>
      </dsp:nvSpPr>
      <dsp:spPr>
        <a:xfrm>
          <a:off x="988654" y="872292"/>
          <a:ext cx="670771" cy="670771"/>
        </a:xfrm>
        <a:prstGeom prst="ellipse">
          <a:avLst/>
        </a:prstGeom>
        <a:solidFill>
          <a:schemeClr val="accent5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9A756-2A97-410A-8CDD-85E98309BF6F}">
      <dsp:nvSpPr>
        <dsp:cNvPr id="0" name=""/>
        <dsp:cNvSpPr/>
      </dsp:nvSpPr>
      <dsp:spPr>
        <a:xfrm rot="10800000">
          <a:off x="1324039" y="1743294"/>
          <a:ext cx="4590870" cy="670771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9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Complex and hard-to-manage rules</a:t>
          </a:r>
          <a:endParaRPr lang="en-US" sz="1900" kern="1200" dirty="0"/>
        </a:p>
      </dsp:txBody>
      <dsp:txXfrm rot="10800000">
        <a:off x="1491732" y="1743294"/>
        <a:ext cx="4423177" cy="670771"/>
      </dsp:txXfrm>
    </dsp:sp>
    <dsp:sp modelId="{6125DDCD-5F97-4C55-8641-2E268DE33512}">
      <dsp:nvSpPr>
        <dsp:cNvPr id="0" name=""/>
        <dsp:cNvSpPr/>
      </dsp:nvSpPr>
      <dsp:spPr>
        <a:xfrm>
          <a:off x="988654" y="1743294"/>
          <a:ext cx="670771" cy="670771"/>
        </a:xfrm>
        <a:prstGeom prst="ellipse">
          <a:avLst/>
        </a:prstGeom>
        <a:solidFill>
          <a:schemeClr val="accent5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70BA80-C97E-44E2-8432-3897B80A0675}">
      <dsp:nvSpPr>
        <dsp:cNvPr id="0" name=""/>
        <dsp:cNvSpPr/>
      </dsp:nvSpPr>
      <dsp:spPr>
        <a:xfrm rot="10800000">
          <a:off x="1324039" y="2614296"/>
          <a:ext cx="4590870" cy="670771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9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Slow with large rule sets</a:t>
          </a:r>
          <a:endParaRPr lang="en-US" sz="1900" kern="1200" dirty="0"/>
        </a:p>
      </dsp:txBody>
      <dsp:txXfrm rot="10800000">
        <a:off x="1491732" y="2614296"/>
        <a:ext cx="4423177" cy="670771"/>
      </dsp:txXfrm>
    </dsp:sp>
    <dsp:sp modelId="{70E1E11D-4E97-403D-8DFD-1CBF90C6F3ED}">
      <dsp:nvSpPr>
        <dsp:cNvPr id="0" name=""/>
        <dsp:cNvSpPr/>
      </dsp:nvSpPr>
      <dsp:spPr>
        <a:xfrm>
          <a:off x="988654" y="2614296"/>
          <a:ext cx="670771" cy="670771"/>
        </a:xfrm>
        <a:prstGeom prst="ellipse">
          <a:avLst/>
        </a:prstGeom>
        <a:solidFill>
          <a:schemeClr val="accent5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7AF32-7858-414D-8211-BC183A5CFA53}">
      <dsp:nvSpPr>
        <dsp:cNvPr id="0" name=""/>
        <dsp:cNvSpPr/>
      </dsp:nvSpPr>
      <dsp:spPr>
        <a:xfrm rot="10800000">
          <a:off x="1324039" y="3485298"/>
          <a:ext cx="4590870" cy="670771"/>
        </a:xfrm>
        <a:prstGeom prst="homePlat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5792" tIns="72390" rIns="135128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Not easy for non-tech users</a:t>
          </a:r>
          <a:endParaRPr lang="en-US" sz="1900" kern="1200"/>
        </a:p>
      </dsp:txBody>
      <dsp:txXfrm rot="10800000">
        <a:off x="1491732" y="3485298"/>
        <a:ext cx="4423177" cy="670771"/>
      </dsp:txXfrm>
    </dsp:sp>
    <dsp:sp modelId="{64C892E8-EA5D-471C-A745-908EF3536ECE}">
      <dsp:nvSpPr>
        <dsp:cNvPr id="0" name=""/>
        <dsp:cNvSpPr/>
      </dsp:nvSpPr>
      <dsp:spPr>
        <a:xfrm>
          <a:off x="988654" y="3485298"/>
          <a:ext cx="670771" cy="670771"/>
        </a:xfrm>
        <a:prstGeom prst="ellipse">
          <a:avLst/>
        </a:prstGeom>
        <a:solidFill>
          <a:schemeClr val="accent5">
            <a:lumMod val="7500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ED84-93F0-ABEB-63BC-9293D99E8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600" dirty="0"/>
              <a:t>KNOWLEDGE ENGINEERING IN FIRST-ORDER LOGIC EXPERT SYSTEM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6394745-CF0C-9A67-641C-32C3E18766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7" y="3133839"/>
            <a:ext cx="10993546" cy="3003010"/>
          </a:xfrm>
        </p:spPr>
        <p:txBody>
          <a:bodyPr>
            <a:normAutofit/>
          </a:bodyPr>
          <a:lstStyle/>
          <a:p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GROUP Members:</a:t>
            </a:r>
          </a:p>
          <a:p>
            <a:endParaRPr lang="en-GB" sz="20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SIRAT UN NISA (FA23-BCS-161)</a:t>
            </a:r>
          </a:p>
          <a:p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AROOJ MAZHAR (FA23-BCS-164)</a:t>
            </a:r>
          </a:p>
          <a:p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FAIZA ILYAS (FA23-BCS-178)</a:t>
            </a:r>
          </a:p>
          <a:p>
            <a:r>
              <a:rPr lang="en-GB" sz="2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EIMAN RAZA (FA23-BCS-206)</a:t>
            </a:r>
          </a:p>
          <a:p>
            <a:endParaRPr lang="en-GB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90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54F3-80DD-FA26-CAF5-29630169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What is Knowledge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6EFBD-A40E-83ED-AF11-CA46E4087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3200" dirty="0"/>
              <a:t>Putting expert knowledge into a computer so it can </a:t>
            </a:r>
            <a:r>
              <a:rPr lang="en-GB" sz="3200" b="1" dirty="0"/>
              <a:t>think</a:t>
            </a:r>
            <a:r>
              <a:rPr lang="en-GB" sz="3200" dirty="0"/>
              <a:t> and </a:t>
            </a:r>
            <a:r>
              <a:rPr lang="en-GB" sz="3200" b="1" dirty="0"/>
              <a:t>solve problems </a:t>
            </a:r>
            <a:r>
              <a:rPr lang="en-GB" sz="3200" dirty="0"/>
              <a:t>like a human expert-like doc, engineer, law, e.tc.</a:t>
            </a:r>
          </a:p>
          <a:p>
            <a:r>
              <a:rPr lang="en-GB" sz="3200" dirty="0"/>
              <a:t>A doctor knows how to diagnose diseases.</a:t>
            </a:r>
          </a:p>
          <a:p>
            <a:r>
              <a:rPr lang="en-GB" sz="3200" dirty="0"/>
              <a:t>An engineer knows how to fix machines.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634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BAB5-B7A2-686C-3C0B-9EB1D832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654029"/>
            <a:ext cx="11029616" cy="1013800"/>
          </a:xfrm>
        </p:spPr>
        <p:txBody>
          <a:bodyPr>
            <a:normAutofit/>
          </a:bodyPr>
          <a:lstStyle/>
          <a:p>
            <a:r>
              <a:rPr lang="en-GB" sz="3600" dirty="0"/>
              <a:t>What is First-Order Logic (FOL)?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36D2B-7DDA-DD00-3EF6-35D3EA44D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Way to </a:t>
            </a:r>
            <a:r>
              <a:rPr lang="en-GB" sz="2800" b="1" dirty="0"/>
              <a:t>write knowledge using logics</a:t>
            </a:r>
            <a:r>
              <a:rPr lang="en-GB" sz="2800" dirty="0"/>
              <a:t> (facts and rules), so computer can understand.</a:t>
            </a:r>
          </a:p>
          <a:p>
            <a:pPr marL="0" indent="0">
              <a:buNone/>
            </a:pPr>
            <a:r>
              <a:rPr lang="en-GB" sz="2800" dirty="0"/>
              <a:t>Helps us describe:</a:t>
            </a:r>
          </a:p>
          <a:p>
            <a:r>
              <a:rPr lang="en-GB" sz="2800" dirty="0"/>
              <a:t>Things (like people, places, or objects)</a:t>
            </a:r>
          </a:p>
          <a:p>
            <a:r>
              <a:rPr lang="en-GB" sz="2800" dirty="0"/>
              <a:t>Their properties (like smart, sick, tall)</a:t>
            </a:r>
          </a:p>
          <a:p>
            <a:r>
              <a:rPr lang="en-GB" sz="2800" dirty="0"/>
              <a:t>Their relationships (like “is a friend of” or “has a fever”)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26791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is may contain: a man sneezing his nose while wearing a green shirt">
            <a:extLst>
              <a:ext uri="{FF2B5EF4-FFF2-40B4-BE49-F238E27FC236}">
                <a16:creationId xmlns:a16="http://schemas.microsoft.com/office/drawing/2014/main" id="{C62DFD13-2106-0BAA-6068-482628866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6378" y="1841954"/>
            <a:ext cx="2284429" cy="228442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26A4FE-352A-97B5-9CC8-41F0B701E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18097"/>
          </a:xfrm>
        </p:spPr>
        <p:txBody>
          <a:bodyPr>
            <a:noAutofit/>
          </a:bodyPr>
          <a:lstStyle/>
          <a:p>
            <a:r>
              <a:rPr lang="en-US" sz="3600" dirty="0"/>
              <a:t>FOL with Expert System?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59632-632A-9EF8-8C8D-B654E5600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800" dirty="0"/>
              <a:t>Expert System uses FOL </a:t>
            </a:r>
            <a:r>
              <a:rPr lang="en-GB" sz="3200" i="1" dirty="0"/>
              <a:t>to make descion</a:t>
            </a:r>
            <a:r>
              <a:rPr lang="en-GB" sz="2800" dirty="0"/>
              <a:t>.</a:t>
            </a:r>
          </a:p>
          <a:p>
            <a:r>
              <a:rPr lang="en-GB" sz="2800" dirty="0"/>
              <a:t>Example:</a:t>
            </a:r>
          </a:p>
          <a:p>
            <a:pPr marL="0" indent="0">
              <a:buNone/>
            </a:pPr>
            <a:r>
              <a:rPr lang="en-GB" sz="2800" dirty="0"/>
              <a:t>Rule: "If a person has a fever and cough, they might have the flu."</a:t>
            </a:r>
          </a:p>
          <a:p>
            <a:pPr marL="0" indent="0">
              <a:buNone/>
            </a:pPr>
            <a:r>
              <a:rPr lang="en-GB" sz="2800" dirty="0"/>
              <a:t>In logic: ∀x (Fever(x) ∧ Cough(x) → Flu(x))</a:t>
            </a:r>
          </a:p>
          <a:p>
            <a:pPr marL="0" indent="0">
              <a:buNone/>
            </a:pPr>
            <a:r>
              <a:rPr lang="en-GB" sz="2800" dirty="0"/>
              <a:t>Now, if system knows John has a fever and cough, it can figure out: Flu(John).</a:t>
            </a:r>
          </a:p>
          <a:p>
            <a:pPr marL="0" indent="0">
              <a:buNone/>
            </a:pPr>
            <a:r>
              <a:rPr lang="en-GB" sz="2800" dirty="0"/>
              <a:t>That’s how it works — </a:t>
            </a:r>
            <a:r>
              <a:rPr lang="en-GB" sz="2800" b="1" dirty="0"/>
              <a:t>Facts + Rules = New Knowledge!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6A6927-D12D-EA3C-71C8-C45E8D7E69FC}"/>
              </a:ext>
            </a:extLst>
          </p:cNvPr>
          <p:cNvSpPr txBox="1"/>
          <p:nvPr/>
        </p:nvSpPr>
        <p:spPr>
          <a:xfrm>
            <a:off x="8050492" y="1620253"/>
            <a:ext cx="3326864" cy="1510715"/>
          </a:xfrm>
          <a:prstGeom prst="rect">
            <a:avLst/>
          </a:prstGeom>
          <a:noFill/>
        </p:spPr>
        <p:txBody>
          <a:bodyPr wrap="none" tIns="0" rtlCol="0">
            <a:noAutofit/>
          </a:bodyPr>
          <a:lstStyle/>
          <a:p>
            <a:pPr algn="l"/>
            <a:endParaRPr lang="en-US" sz="2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93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B697-C8F6-A8BE-5FDE-68C2092D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/>
              <a:t>Purpose 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29FB8-C458-D118-0D13-B0EE30AE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7541"/>
            <a:ext cx="5514808" cy="3678303"/>
          </a:xfrm>
        </p:spPr>
        <p:txBody>
          <a:bodyPr>
            <a:normAutofit fontScale="92500" lnSpcReduction="20000"/>
          </a:bodyPr>
          <a:lstStyle/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GB" sz="3300" dirty="0"/>
          </a:p>
          <a:p>
            <a:endParaRPr lang="en-GB" sz="3300" dirty="0"/>
          </a:p>
          <a:p>
            <a:r>
              <a:rPr lang="en-GB" sz="3300" dirty="0"/>
              <a:t>To help computers think, reason, and solve problems  like human experts — using logic</a:t>
            </a:r>
          </a:p>
          <a:p>
            <a:endParaRPr lang="en-GB" sz="74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E0F99EBB-A5CD-EFBA-91B3-CB0535830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642" y="1828962"/>
            <a:ext cx="4958498" cy="5029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187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1BD41-56EE-92EE-D9AE-3E1F2624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Advantages &amp; DISADVANTAGES </a:t>
            </a:r>
            <a:endParaRPr lang="en-US" sz="3600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9DC0AA8-FC19-45E5-336B-A2AFE7EED4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1113699"/>
              </p:ext>
            </p:extLst>
          </p:nvPr>
        </p:nvGraphicFramePr>
        <p:xfrm>
          <a:off x="-593888" y="2262432"/>
          <a:ext cx="7154944" cy="415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DB034FD-D3B7-8D51-2076-12F2E783E3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8057123"/>
              </p:ext>
            </p:extLst>
          </p:nvPr>
        </p:nvGraphicFramePr>
        <p:xfrm>
          <a:off x="5288436" y="2262432"/>
          <a:ext cx="6903564" cy="4157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6057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D7BD-431C-DD9D-53CE-48716865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APPLICATIONS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5F81F-0E28-A08F-20E2-3B0C8DCEB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Medical Diagnosis — Helping doctors identify diseases</a:t>
            </a:r>
          </a:p>
          <a:p>
            <a:r>
              <a:rPr lang="en-GB" sz="2400" dirty="0"/>
              <a:t>Engineering — Troubleshooting machines and systems</a:t>
            </a:r>
          </a:p>
          <a:p>
            <a:r>
              <a:rPr lang="en-GB" sz="2400" dirty="0"/>
              <a:t>Law — Assisting with legal decisions and case analysis</a:t>
            </a:r>
          </a:p>
          <a:p>
            <a:r>
              <a:rPr lang="en-GB" sz="2400" dirty="0"/>
              <a:t>Finance — Fraud detection and risk assessment</a:t>
            </a:r>
          </a:p>
          <a:p>
            <a:r>
              <a:rPr lang="en-GB" sz="2400" dirty="0"/>
              <a:t>Customer Support — Automated help desks and advice</a:t>
            </a:r>
          </a:p>
          <a:p>
            <a:r>
              <a:rPr lang="en-GB" sz="2400" dirty="0"/>
              <a:t>Education — Intelligent tutoring systems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543202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txDef>
      <a:spPr>
        <a:noFill/>
      </a:spPr>
      <a:bodyPr wrap="square" tIns="0" rtlCol="0">
        <a:noAutofit/>
      </a:bodyPr>
      <a:lstStyle>
        <a:defPPr marL="457200" indent="-457200" algn="l">
          <a:buFont typeface="Wingdings" panose="05000000000000000000" pitchFamily="2" charset="2"/>
          <a:buChar char="§"/>
          <a:defRPr sz="25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95</TotalTime>
  <Words>343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Wingdings 2</vt:lpstr>
      <vt:lpstr>Dividend</vt:lpstr>
      <vt:lpstr>KNOWLEDGE ENGINEERING IN FIRST-ORDER LOGIC EXPERT SYSTEM</vt:lpstr>
      <vt:lpstr>What is Knowledge Engineering?</vt:lpstr>
      <vt:lpstr>What is First-Order Logic (FOL)?</vt:lpstr>
      <vt:lpstr>FOL with Expert System?</vt:lpstr>
      <vt:lpstr>Purpose ?</vt:lpstr>
      <vt:lpstr>Advantages &amp; DISADVANTAGES 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Eiman Raza</dc:creator>
  <cp:lastModifiedBy>Eiman Raza</cp:lastModifiedBy>
  <cp:revision>3</cp:revision>
  <dcterms:created xsi:type="dcterms:W3CDTF">2025-05-25T05:25:15Z</dcterms:created>
  <dcterms:modified xsi:type="dcterms:W3CDTF">2025-05-25T09:41:07Z</dcterms:modified>
</cp:coreProperties>
</file>